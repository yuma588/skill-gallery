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K-Pop Industry Revenue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Revenue</c:v>
                </c:pt>
              </c:strCache>
            </c:strRef>
          </c:tx>
          <c:spPr>
            <a:solidFill>
              <a:srgbClr val="00E5FF"/>
            </a:solidFill>
            <a:ln w="5080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4.7</c:v>
                </c:pt>
                <c:pt idx="1">
                  <c:v>5.4</c:v>
                </c:pt>
                <c:pt idx="2">
                  <c:v>6.1</c:v>
                </c:pt>
                <c:pt idx="3">
                  <c:v>7.8</c:v>
                </c:pt>
                <c:pt idx="4">
                  <c:v>8.4</c:v>
                </c:pt>
                <c:pt idx="5">
                  <c:v>10.2</c:v>
                </c:pt>
                <c:pt idx="6">
                  <c:v>11.1</c:v>
                </c:pt>
                <c:pt idx="7">
                  <c:v>12.5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(Billion 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Music Phenomenon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 History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" cy="457200"/>
          </a:xfrm>
          <a:prstGeom prst="rect">
            <a:avLst/>
          </a:prstGeom>
          <a:solidFill>
            <a:srgbClr val="FF2E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 - The Birth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Taiji and Boys revolutionize Korean music.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 - Hallyu Wave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TVXQ, Girls Generation lead Korean Wave.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2010s-Present - Global Domination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BTS, BLACKPINK, TWICE dominate worldwide.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Styles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" cy="457200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Idol Pop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productions, synchronized choreography.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Hip-Hop &amp; R&amp;B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Rap-heavy tracks, urban beats.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&amp; Dance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EDM-infused beats, high-energy.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2560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Ballads &amp; R&amp;B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vocals, piano-driven melodies.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Impact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$12.5B+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Reached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0" y="13716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Groups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" cy="411480"/>
          </a:xfrm>
          <a:prstGeom prst="rect">
            <a:avLst/>
          </a:prstGeom>
          <a:solidFill>
            <a:srgbClr val="FFB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7-member. Global ambassadors.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371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BLACKPINK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4-member. YouTube sensations.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371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9-member. Japan sensations.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Multi-awarded. Concept versatility.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VELVET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Dual-concept. Red and Velvet.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560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F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 KIDS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8F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Self-producing. Energetic hip-hop.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 continues to break barriers and redefine global music culture.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2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knows no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0"/>
          </a:xfrm>
          <a:prstGeom prst="line">
            <a:avLst/>
          </a:prstGeom>
          <a:noFill/>
          <a:ln w="25400">
            <a:solidFill>
              <a:srgbClr val="FF2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K-Pop: The Global Music Phenomenon</dc:title>
  <dc:subject>PptxGenJS Presentation</dc:subject>
  <dc:creator>K-Pop Culture</dc:creator>
  <cp:lastModifiedBy>K-Pop Culture</cp:lastModifiedBy>
  <cp:revision>1</cp:revision>
  <dcterms:created xsi:type="dcterms:W3CDTF">2026-01-06T04:07:22Z</dcterms:created>
  <dcterms:modified xsi:type="dcterms:W3CDTF">2026-01-06T04:07:22Z</dcterms:modified>
</cp:coreProperties>
</file>